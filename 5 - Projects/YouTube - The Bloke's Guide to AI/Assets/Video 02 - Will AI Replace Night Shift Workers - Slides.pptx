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256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BLOKE'S GUIDE TO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WILL AI REPLACE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 SHIFT WORKERS?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answer from someone who does both.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7955280" cy="27432"/>
          </a:xfrm>
          <a:prstGeom prst="rect">
            <a:avLst/>
          </a:prstGeom>
          <a:solidFill>
            <a:srgbClr val="8B95C0"/>
          </a:solidFill>
          <a:ln w="12700">
            <a:solidFill>
              <a:srgbClr val="8B9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 Muir  ·  Highway Maintenance  ·  30 Years  ·  Night Shift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QUESTION EVERYONE'S ASKING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137160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workers are worried AI will change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eliminate their job in the next 5 years.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2560320" cy="14173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7432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my job safe?"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697480"/>
            <a:ext cx="2560320" cy="14173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7432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 I too old to learn this?"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0760" y="2697480"/>
            <a:ext cx="2560320" cy="14173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7432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AI just for tech people?"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real questions. You deserve honest answers.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AI ACTUALLY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060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606040" cy="32461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481328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Write, summarise, plan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questions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patterns in data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repetitive tasks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19272" y="1005840"/>
            <a:ext cx="26060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CAN'T 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1389888"/>
            <a:ext cx="2606040" cy="32461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481328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the physical world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judgment calls on-site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human experience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real trust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35624" y="1005840"/>
            <a:ext cx="2606040" cy="38404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35624" y="1389888"/>
            <a:ext cx="2606040" cy="324612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2" y="1481328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— like a power drill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as good as the input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 everyone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magic. Not a threat.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JOBS AI IS GOOD 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35024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075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2728" y="1143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 &amp;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records, scheduling — done in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35024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075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04688" y="1143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Tasks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do the same way every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694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2728" y="2404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&amp; Emails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2770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drafts, reports, replies, summaries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96896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694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4688" y="2404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Spotting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2770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trends in numbers or 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575304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58768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31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2728" y="3666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Summaries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52728" y="4032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long documents so you don't have 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58768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31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4688" y="3666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Questions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4032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no attitude, no waiting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STRENGTHS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JOBS AI STRUGGLES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35024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075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2728" y="1143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Environments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mud, roadworks — AI can't touch a cone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35024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075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04688" y="1143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Situations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burst pipe at 3am needs human judgment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694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2728" y="2404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Skilled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2770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Welding, driving, operating machinery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96896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694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4688" y="2404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Trust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2770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trust a face, not a chatbot, in a crisis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575304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5876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31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2728" y="3666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Intelligence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52728" y="4032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room, calming someone down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3977640" cy="1115568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5876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31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4688" y="3666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Decision Making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4032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Decades of experience can't be uploaded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WEAKNESSES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NIGHT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years. All weathers.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hours. I know this.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640080"/>
            <a:ext cx="438912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640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4920" y="71323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shift is different. No two incidents are the same.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438912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645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71907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Split-second calls — there's no time to prompt an AI.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651760"/>
            <a:ext cx="438912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2651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74920" y="27249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crew trusts you, not an algorithm.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3657600"/>
            <a:ext cx="438912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6576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74920" y="373075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lives in your hands and your gut — not a server.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THREAT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ISN'T AI.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8B95C0"/>
          </a:solidFill>
          <a:ln w="12700">
            <a:solidFill>
              <a:srgbClr val="8B9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person who USES 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you're still ignoring it.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closing fast. But it's not too late.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THREAT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023360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compete with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023360" cy="265176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36192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lose.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sleep.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get tired.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05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work alongside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444752"/>
            <a:ext cx="4023360" cy="265176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36192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 the jobs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hate.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energy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work only you can do.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point: learn ONE tool. Apply it to ONE thing you do every week.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4008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CAN DO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100584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58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606040" cy="246888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to claude.ai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free. No credit card.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2 minutes.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2232" y="100584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4223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319272" y="2057400"/>
            <a:ext cx="2606040" cy="246888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0712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one task you hate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10712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email. A report. A plan.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you've been dreading.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58584" y="100584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5858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135624" y="2057400"/>
            <a:ext cx="2606040" cy="2468880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27064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Claude to help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27064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need.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it gives you.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commitment. Just a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52A"/>
          </a:solidFill>
          <a:ln w="12700">
            <a:solidFill>
              <a:srgbClr val="12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0" y="502920"/>
            <a:ext cx="2286000" cy="22860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502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BLOKE'S GUIDE TO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English. No jargon. No guru nonsense.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4160520"/>
            <a:ext cx="3474720" cy="5943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4160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SUBSCRIBE FOR MORE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 AI Replace Night Shift Workers?</dc:title>
  <dc:subject>PptxGenJS Presentation</dc:subject>
  <dc:creator>The Bloke's Guide to AI</dc:creator>
  <cp:lastModifiedBy>The Bloke's Guide to AI</cp:lastModifiedBy>
  <cp:revision>1</cp:revision>
  <dcterms:created xsi:type="dcterms:W3CDTF">2026-05-30T13:44:06Z</dcterms:created>
  <dcterms:modified xsi:type="dcterms:W3CDTF">2026-05-30T13:44:06Z</dcterms:modified>
</cp:coreProperties>
</file>